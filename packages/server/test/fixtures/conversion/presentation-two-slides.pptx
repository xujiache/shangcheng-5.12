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0972800" cy="6400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>
                <a:solidFill>
                  <a:srgbClr val="1E2D28"/>
                </a:solidFill>
              </a:defRPr>
            </a:pPr>
            <a:r>
              <a:t>量窗助手 转换验收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>
                <a:solidFill>
                  <a:srgbClr val="37463F"/>
                </a:solidFill>
              </a:defRPr>
            </a:pPr>
            <a:r>
              <a:t>本月营收 12345 元，成本 6789 元。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657600"/>
            <a:ext cx="8046720" cy="1005840"/>
          </a:xfrm>
          <a:prstGeom prst="rect">
            <a:avLst/>
          </a:prstGeom>
          <a:solidFill>
            <a:srgbClr val="0F8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>
                <a:solidFill>
                  <a:srgbClr val="1E2D28"/>
                </a:solidFill>
              </a:defRPr>
            </a:pPr>
            <a:r>
              <a:t>第二页 经营分析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>
                <a:solidFill>
                  <a:srgbClr val="37463F"/>
                </a:solidFill>
              </a:defRPr>
            </a:pPr>
            <a:r>
              <a:t>订单数量 37，平均利润 245 元。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657600"/>
            <a:ext cx="8046720" cy="1005840"/>
          </a:xfrm>
          <a:prstGeom prst="rect">
            <a:avLst/>
          </a:prstGeom>
          <a:solidFill>
            <a:srgbClr val="DC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